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Personality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— Business Insights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99 Internship Program 2026  |  Module ML-M04  |  Machine Learning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 &amp; Data Quality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Demographics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&amp; Purchasing Behavior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Engagement &amp; Recency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Performance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 &amp; Customer Segmentation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Business Insights &amp;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2237 customer records across 33 columns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missing values, 0 duplicate records — dataset is fully clean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demographics, spending, purchase channels, campaigns, and web engagement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Demographics</a:t>
            </a:r>
            <a:endParaRPr lang="en-US" sz="2400" dirty="0"/>
          </a:p>
        </p:txBody>
      </p:sp>
      <p:pic>
        <p:nvPicPr>
          <p:cNvPr id="4" name="Image 0" descr="/home/claude/eda/charts/task2_demographics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age 57.1 yrs | Avg income $51,855 | Top education: Graduation | 71.5% have children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Analysis</a:t>
            </a:r>
            <a:endParaRPr lang="en-US" sz="2400" dirty="0"/>
          </a:p>
        </p:txBody>
      </p:sp>
      <p:pic>
        <p:nvPicPr>
          <p:cNvPr id="4" name="Image 0" descr="/home/claude/eda/charts/task3_spend_by_category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spending: $1,270,974 | Avg per customer: $568 | Top category: Wines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Behavior</a:t>
            </a:r>
            <a:endParaRPr lang="en-US" sz="2400" dirty="0"/>
          </a:p>
        </p:txBody>
      </p:sp>
      <p:pic>
        <p:nvPicPr>
          <p:cNvPr id="4" name="Image 0" descr="/home/claude/eda/charts/task4_purchasing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purchases lead all channels, followed by web, catalog, and deal-based purchases.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Engagement</a:t>
            </a:r>
            <a:endParaRPr lang="en-US" sz="2400" dirty="0"/>
          </a:p>
        </p:txBody>
      </p:sp>
      <p:pic>
        <p:nvPicPr>
          <p:cNvPr id="4" name="Image 0" descr="/home/claude/eda/charts/task5_engagement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visits/month: 5.32 | Frequent visitors: 19.5% | Low engagement: 16.3%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Recency</a:t>
            </a:r>
            <a:endParaRPr lang="en-US" sz="2400" dirty="0"/>
          </a:p>
        </p:txBody>
      </p:sp>
      <p:pic>
        <p:nvPicPr>
          <p:cNvPr id="4" name="Image 0" descr="/home/claude/eda/charts/task6_recency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(&lt;=30 days): 32.3% | Inactive (&gt;60 days): 38.5% — target for re-engagement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 Performance</a:t>
            </a:r>
            <a:endParaRPr lang="en-US" sz="2400" dirty="0"/>
          </a:p>
        </p:txBody>
      </p:sp>
      <p:pic>
        <p:nvPicPr>
          <p:cNvPr id="4" name="Image 0" descr="/home/claude/eda/charts/task7_campaigns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performing: Latest Campaign with the highest acceptance rate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Complaints</a:t>
            </a:r>
            <a:endParaRPr lang="en-US" sz="2400" dirty="0"/>
          </a:p>
        </p:txBody>
      </p:sp>
      <p:pic>
        <p:nvPicPr>
          <p:cNvPr id="4" name="Image 0" descr="/home/claude/eda/charts/task8_complaints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0.89% of customers complained | Complainers show slightly lower spend &amp; income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 — Key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vs Total Spending: +0.80 (strongest positive)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Spending vs Total Purchases: +0.77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vs Web Visits/Month: -0.65 (higher earners visit site less)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Kidhome vs Total Spending: -0.56 (children reduce spending)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Heatmap</a:t>
            </a:r>
            <a:endParaRPr lang="en-US" sz="2400" dirty="0"/>
          </a:p>
        </p:txBody>
      </p:sp>
      <p:pic>
        <p:nvPicPr>
          <p:cNvPr id="4" name="Image 0" descr="/home/claude/eda/charts/task9_correlation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correlation across key numerical variables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</a:t>
            </a:r>
            <a:endParaRPr lang="en-US" sz="2400" dirty="0"/>
          </a:p>
        </p:txBody>
      </p:sp>
      <p:pic>
        <p:nvPicPr>
          <p:cNvPr id="4" name="Image 0" descr="/home/claude/eda/charts/task10_segments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High-Value: 561 | Standard: 1109 | Low-Value: 567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&amp; Spending</a:t>
            </a:r>
            <a:endParaRPr lang="en-US" sz="2400" dirty="0"/>
          </a:p>
        </p:txBody>
      </p:sp>
      <p:pic>
        <p:nvPicPr>
          <p:cNvPr id="4" name="Image 0" descr="/home/claude/eda/charts/task10_children_spending.png">    </p:cNvPr>
          <p:cNvPicPr>
            <a:picLocks noChangeAspect="1"/>
          </p:cNvPicPr>
          <p:nvPr/>
        </p:nvPicPr>
        <p:blipFill>
          <a:blip r:embed="rId1"/>
          <a:srcRect l="-500" r="-500" t="0" b="0"/>
          <a:stretch/>
        </p:blipFill>
        <p:spPr>
          <a:xfrm>
            <a:off x="1463040" y="1051560"/>
            <a:ext cx="923544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children: $1,003 avg spend vs With children: $395 avg spend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Customer Profile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age: 58.5 years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income: $74,349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Education: mostly Graduation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channel: Store purchases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complaint rate, moderate recency (~49.6 days)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Marketing Strategies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 customers inactive 60+ days with win-back campaigns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in-store &amp; catalog promotions for high-value, older, higher-income segments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 Wine &amp; Meat products — the top revenue drivers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family-oriented offers to lift spending among customers with children</a:t>
            </a:r>
            <a:endParaRPr lang="en-US" sz="1700" dirty="0"/>
          </a:p>
          <a:p>
            <a:pPr marL="342900" indent="-342900">
              <a:buSzPct val="100000"/>
              <a:buChar char="●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the design of the top-performing (Latest) campaign in future planning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2026-08-04T07:26:50Z</dcterms:created>
  <dcterms:modified xsi:type="dcterms:W3CDTF">2026-08-04T07:26:50Z</dcterms:modified>
</cp:coreProperties>
</file>